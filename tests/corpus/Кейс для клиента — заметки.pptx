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Note: confidential.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Кейс для клиента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Краткое изложение позиции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