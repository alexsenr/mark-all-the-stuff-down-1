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Презентация (исправлено)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Версия от 25 мая 2026 года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